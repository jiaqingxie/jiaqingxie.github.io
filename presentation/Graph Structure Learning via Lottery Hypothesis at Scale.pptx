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Action1.xml" ContentType="application/vnd.ms-office.inkAction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74.4186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3-11-10T02:27:00.55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13119 299 0,'-12'0'96</inkml:trace>
</inkml:ink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256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74.4186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3-11-10T02:26:53.96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13759">
    <iact:property name="dataType"/>
    <iact:actionData xml:id="d0">
      <inkml:trace xmlns:inkml="http://www.w3.org/2003/InkML" xml:id="stk0" contextRef="#ctx0" brushRef="#br0">8378 5646 0,'58'0'198,"275"12"-197,149 57 40,-104 0-40,-159-58 30,-151-11-30,-56 0 30,-12-11-31,11-1 31,12 12-30,-11 0-1,11-11 31,34-1-29,-22 1 29,-1-1-30,-23 1 30,12 11-30,12 0 30,-12-12-31,23 1 32,23-1-30,-12 12 27,-11 0-27,-35 0-2,1 0 31,22 0-30,-11-11 29,0-1-30,35 1 48,-35 11-47,0 0 30,-1 0-30,13-12 30,22-10-30,1-1 30,-1 11-30,-45 12 30,-1 0-30,0 0 29,1 0-29,-1 0 31,12 0-31,23 0 31,0-11-31,-23 11 16,0-12 60,12 12-77,-1 0 31,0 0-31</inkml:trace>
    </iact:actionData>
  </iact:action>
  <iact:action type="add" startTime="28344">
    <iact:property name="dataType"/>
    <iact:actionData xml:id="d1">
      <inkml:trace xmlns:inkml="http://www.w3.org/2003/InkML" xml:id="stk1" contextRef="#ctx0" brushRef="#br0">8298 7437 0,'12'0'53,"22"0"-53,0 0 34,1 11-33,11-11 30,-23 0-30,46 0 44,-1 0-42,-10 0 28,-35 0-30,0 0 45,34 0-45,-45 0 28,68 0-28,-69 12 33,58-12-33,-23 0 77,-23 0-77,-11 0-1,34 0 32,-1 0-32,-22 0 32,-11 0-1,45 0-30,-45 0-1,91 0 47,-80 0-45,-12 0 92,1 11-94,22 1 158,-11-12-156</inkml:trace>
    </iact:actionData>
  </iact:action>
  <iact:action type="add" startTime="29743">
    <iact:property name="dataType"/>
    <iact:actionData xml:id="d2">
      <inkml:trace xmlns:inkml="http://www.w3.org/2003/InkML" xml:id="stk2" contextRef="#ctx0" brushRef="#br0">10112 7437 0,'45'0'80,"47"0"-79,-23 0 29,-23 0-30,-34 0 1,-1 0 37,12 0-37,115 11 39,-24-11-39,-91 0 0,-11 0 2,-1 0-3,81 0 28,-80 0-27,34 0 30,91 0 16,-22 0-46,-69 0 31,-23 0-31,-12 0 29,47 0 2,11 0-31,-23 0 31,-35 0-31,1 0 30,-1 0 17,1 0-47,-1 0 31,12 0-30,0 0 41,-12 0-43,1 0 96,22 12-95,-11-1 29,-11-11-29</inkml:trace>
    </iact:actionData>
  </iact:action>
  <iact:action type="add" startTime="32142">
    <iact:property name="dataType"/>
    <iact:actionData xml:id="d3">
      <inkml:trace xmlns:inkml="http://www.w3.org/2003/InkML" xml:id="stk3" contextRef="#ctx0" brushRef="#br0">11753 7551 0,'57'0'97,"92"0"-95,-103 0-1,-23 0 6,104 0-6,-93 0 1,540 23 47,-505-23-48,-35 0 112,47 0-111,-70 0-1,35 0 17,-23 0-17,69 0 40,-46 0-40,0 0 30,22 0-29,-56 0-2,57 0 30,-12 0-29,-45 0-1,11 12 32,11-12-32,-23 0 47,185 0-46,-196-12 31,34 12-31,0 0 76,-11 0-77,0 0 46</inkml:trace>
    </iact:actionData>
  </iact:action>
  <iact:action type="add" startTime="33037">
    <iact:property name="dataType"/>
    <iact:actionData xml:id="d4">
      <inkml:trace xmlns:inkml="http://www.w3.org/2003/InkML" xml:id="stk4" contextRef="#ctx0" brushRef="#br0">13807 7574 0</inkml:trace>
    </iact:actionData>
  </iact:action>
  <iact:action type="add" startTime="35188">
    <iact:property name="dataType"/>
    <iact:actionData xml:id="d5">
      <inkml:trace xmlns:inkml="http://www.w3.org/2003/InkML" xml:id="stk5" contextRef="#ctx0" brushRef="#br0">8126 7861 0,'11'0'57,"93"-23"-55,-81 23 0,0 0-2,160-11 30,162 11-29,-311 0 0,0 0 29,299 0-29,-252 0 45,-70 0-43,1 0-3,-1 0 1,92 0 27,-91 0-27,126 0 46,-81 0-45,-46 0-2,1 0 1,34-12 28,23-11-27,-58 23-2,35-11 46</inkml:trace>
    </iact:actionData>
  </iact:action>
  <iact:action type="add" startTime="36319">
    <iact:property name="dataType"/>
    <iact:actionData xml:id="d6">
      <inkml:trace xmlns:inkml="http://www.w3.org/2003/InkML" xml:id="stk6" contextRef="#ctx0" brushRef="#br0">10651 7907 0,'11'0'95,"35"0"-93,-11 0 28,11 0-29,-35 0-1,12 0 30,-11 0-29,45 23 47,-11-23-47,-23 12 30,11-12-30,-22 0 30</inkml:trace>
    </iact:actionData>
  </iact:action>
  <iact:action type="add" startTime="37909">
    <iact:property name="dataType"/>
    <iact:actionData xml:id="d7">
      <inkml:trace xmlns:inkml="http://www.w3.org/2003/InkML" xml:id="stk7" contextRef="#ctx0" brushRef="#br0">11833 7930 0,'46'0'91,"-34"0"-90,11 0 29,22-11-29,13-1 45,137 1-45,-184 11 0,162 0 44,-105 0-45,1 11 32,-11-11-31,79 0 62,24 0-62,-92 0 31,-23 23-31,-35-23-1,47 0 30,-24 0-29,24 12 34,-12-12-35,34 0 44,-34 11-43,0-11 46,0 0-47,-23 0 81,-1 0-80,1 0 30</inkml:trace>
    </iact:actionData>
  </iact:action>
  <iact:action type="add" startTime="41631">
    <iact:property name="dataType"/>
    <iact:actionData xml:id="d8">
      <inkml:trace xmlns:inkml="http://www.w3.org/2003/InkML" xml:id="stk8" contextRef="#ctx0" brushRef="#br0">14507 8068 0,'12'0'63,"45"0"-63,-11 0 32,-23 0-31,23 0 46,46 0-46,-81 0 0,35 0 30,-23 11-30,-11-11 37,-1 0-37,24 0 38,-24 0-38,1 0 29,11 0-28,0 0 28,-12 0-30,12 0 79,0 0-77,0 0 14,-12 0 33,-11-11-3</inkml:trace>
    </iact:actionData>
  </iact:action>
  <iact:action type="add" startTime="61114">
    <iact:property name="dataType"/>
    <iact:actionData xml:id="d9">
      <inkml:trace xmlns:inkml="http://www.w3.org/2003/InkML" xml:id="stk9" contextRef="#ctx0" brushRef="#br0">8229 9732 0,'12'0'52,"22"-12"-51,-22 1 29,11 11-29,-12 0 0,23 0 45,24 0-45,-47 0 0,1 0 30,194 0-30,-137 0 17,-57 0-16,11 0 29,-12 0-30,58 0 42,-23 0-42,-35 0 13,35 0-12,-34 0-2,126 0 46,-104 0-45,-23 0 32,12 0-1,12 0-31,11 0 29,0 0-29,0 0 29,-23 11 20,22 1-49,1-1 30,-23-11-30</inkml:trace>
    </iact:actionData>
  </iact:action>
  <iact:action type="add" startTime="62255">
    <iact:property name="dataType"/>
    <iact:actionData xml:id="d10">
      <inkml:trace xmlns:inkml="http://www.w3.org/2003/InkML" xml:id="stk10" contextRef="#ctx0" brushRef="#br0">10031 9766 0,'35'0'64,"33"0"-62,-56 0-2,45 0 29,35 0-29,-80 0 16,57 0-15,-58 0-1,46 0 30,35-11-28,-80-1-1,68-11 28,0 0-28,-11 12 31,-34 11-31,22 0 35,-34 0-35,-12-12 24,12 12-24,-11 0 15,34-22-15,11 10 29,47 12-29,-59 0 30,47-11-30,-80 11 2,11 0 43,-12 0-44,47 0 43,-47 0-44,1 0-1,-12-12 143,22 12-142,-10 0 55,-12-11 112,23 11-167,-12 0 31,1 0 31,-1 0-61</inkml:trace>
    </iact:actionData>
  </iact:action>
  <iact:action type="add" startTime="65708">
    <iact:property name="dataType"/>
    <iact:actionData xml:id="d11">
      <inkml:trace xmlns:inkml="http://www.w3.org/2003/InkML" xml:id="stk11" contextRef="#ctx0" brushRef="#br0">11753 10168 0,'46'0'113,"57"11"-112,173 24 31,56 11-31,-274-46-1,79 23 29,300 0-28,-368-23 31,-24-23 226,-10 0-257,-24 23 44,1 0 19,-1 0-64</inkml:trace>
    </iact:actionData>
  </iact:action>
  <iact:action type="add" startTime="66887">
    <iact:property name="dataType"/>
    <iact:actionData xml:id="d12">
      <inkml:trace xmlns:inkml="http://www.w3.org/2003/InkML" xml:id="stk12" contextRef="#ctx0" brushRef="#br0">14002 10214 0,'23'0'70,"46"0"-69,12 11 32,-35 1-31,-24-12 29,1 0 15,23 11-46,-11 1 31,11-12-30,-35 0 22</inkml:trace>
    </iact:actionData>
  </iact:action>
  <iact:action type="add" startTime="77093">
    <iact:property name="dataType"/>
    <iact:actionData xml:id="d13">
      <inkml:trace xmlns:inkml="http://www.w3.org/2003/InkML" xml:id="stk13" contextRef="#ctx0" brushRef="#br0">8596 10455 0,'-22'0'122,"-36"-12"-122,-11 1 46,-23 11-44,58 0 29,0 0-30,11 0 18,11 0-18,1 0 41,-47 0-40,12 0 44,35 0-45,-35 0 47,12 0-47,11 0 62,11 0-15,-22 0-47,11 0 31,0 0-31,11 0 44,1 0-43,-1 0-2,1 0 31,-12 0-30</inkml:trace>
    </iact:actionData>
  </iact:action>
  <iact:action type="add" startTime="78394">
    <iact:property name="dataType"/>
    <iact:actionData xml:id="d14">
      <inkml:trace xmlns:inkml="http://www.w3.org/2003/InkML" xml:id="stk14" contextRef="#ctx0" brushRef="#br0">7816 10799 0,'11'0'69,"47"0"-68,-47 0 4,1-11-4,34 11 12,-35 0-12,127-12 40,-69 1-40,-12 11 32,1 0-32,-47 0 28,46 0-28,-45 0 21,-12 11 100,23-11-121,-12 0 0</inkml:trace>
    </iact:actionData>
  </iact:action>
  <iact:action type="add" startTime="84385">
    <iact:property name="dataType"/>
    <iact:actionData xml:id="d15">
      <inkml:trace xmlns:inkml="http://www.w3.org/2003/InkML" xml:id="stk15" contextRef="#ctx0" brushRef="#br0">10180 6025 0,'12'0'92,"11"0"-90,0 0 29,23 12-30,-23-12 30,46 11-30,-58-11 0,58 0 45,-23 0-45,-35 0 13,47 0-13,-47 0 1,1 0 29,79 12-30</inkml:trace>
    </iact:actionData>
  </iact:action>
  <iact:action type="add" startTime="6591">
    <iact:property name="dataType"/>
    <iact:actionData xml:id="d16">
      <inkml:trace xmlns:inkml="http://www.w3.org/2003/InkML" xml:id="stk16" contextRef="#ctx0" brushRef="#br0">13119 299 0,'-12'0'96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98d1ed6fa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98d1ed6fa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98a03bbb2d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98a03bbb2d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98a03bbb2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98a03bbb2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98a03bbb2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98a03bbb2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98a03bbb2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98a03bbb2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98a03bbb2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98a03bbb2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8a03bbb2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98a03bbb2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98a03bbb2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98a03bbb2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8a03bbb2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98a03bbb2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98a03bbb2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98a03bbb2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98a03bbb2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98a03bbb2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98d1ed6fa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98d1ed6fa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98a03bbb2d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98a03bbb2d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98a03bbb2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98a03bbb2d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98a03bbb2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98a03bbb2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98a03bbb2d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98a03bbb2d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98a03bbb2d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98a03bbb2d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98a03bbb2d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98a03bbb2d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acml-conf.org/2023/index.html" TargetMode="Externa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microsoft.com/office/2011/relationships/inkAction" Target="../ink/inkAction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customXml" Target="../ink/ink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iaqingxie/GSL-LH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>
                <a:solidFill>
                  <a:srgbClr val="444444"/>
                </a:solidFill>
              </a:rPr>
              <a:t>Graph Structure Learning via Lottery Hypothesis at Scale</a:t>
            </a:r>
            <a:endParaRPr sz="40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rgbClr val="444444"/>
                </a:solidFill>
              </a:rPr>
              <a:t>Yuxin Wang, Xiannian Hu*, Jiaqing Xie*, Zhangyue Yin*, Yunhua Zhou, Xuanjing Huang, Xipeng Qiu</a:t>
            </a:r>
            <a:endParaRPr sz="1200">
              <a:solidFill>
                <a:srgbClr val="44444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6275" y="4346473"/>
            <a:ext cx="1821327" cy="30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0643" y="3767025"/>
            <a:ext cx="1276300" cy="13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0" y="0"/>
            <a:ext cx="30000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50" b="1">
                <a:solidFill>
                  <a:srgbClr val="111111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ACML </a:t>
            </a:r>
            <a:r>
              <a:rPr lang="zh-CN" sz="2250" b="1">
                <a:solidFill>
                  <a:srgbClr val="E03A3C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</a:t>
            </a:r>
            <a:endParaRPr sz="2250" b="1">
              <a:solidFill>
                <a:srgbClr val="E03A3C"/>
              </a:solidFill>
              <a:highlight>
                <a:srgbClr val="FFFFFF"/>
              </a:highlight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1350" y="4708975"/>
            <a:ext cx="28773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November 12th, 2023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639"/>
    </mc:Choice>
    <mc:Fallback xmlns="">
      <p:transition spd="slow" advTm="4963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Terminology Review 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Graph Neural Networks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Graph Structure Learning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Graph Attack / Defense 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Lottery Ticket Hypothesis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15"/>
    </mc:Choice>
    <mc:Fallback xmlns="">
      <p:transition spd="slow" advTm="1791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Graph Neural Networks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184200" y="3742250"/>
            <a:ext cx="2775600" cy="6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William L. et al. 2017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200" y="1255000"/>
            <a:ext cx="5049609" cy="24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18"/>
    </mc:Choice>
    <mc:Fallback xmlns="">
      <p:transition spd="slow" advTm="1661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Graph Structure Learning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 Main Idea: Learn Better Graph Structures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 Methods:</a:t>
            </a:r>
            <a:endParaRPr/>
          </a:p>
          <a:p>
            <a:pPr marL="9144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Similarity Metrics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9144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Graph Sparsification 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9144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Graph Regularization</a:t>
            </a:r>
            <a:endParaRPr/>
          </a:p>
          <a:p>
            <a:pPr marL="13716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9144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Learning Paradigms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6598275" y="4674900"/>
            <a:ext cx="28092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GNNBook Chapter 14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773"/>
    </mc:Choice>
    <mc:Fallback xmlns="">
      <p:transition spd="slow" advTm="3277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Graph(NN) Attack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Examples on Graph-level Attack:</a:t>
            </a:r>
            <a:endParaRPr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Remove / Add nodes (Xu et al. 2019a, Wu et al. 2019)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An example on Model-level Attack:</a:t>
            </a:r>
            <a:endParaRPr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Training surrogate models (Zugner et al. 2019)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7275" y="2164750"/>
            <a:ext cx="2873899" cy="2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38"/>
    </mc:Choice>
    <mc:Fallback xmlns="">
      <p:transition spd="slow" advTm="3643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Graph Defense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Graph purification: an example of graph defense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Previous graph purification are regularization methods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	Disadvantage:</a:t>
            </a:r>
            <a:endParaRPr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Lack of scalability (Chen et al. 2020a, Jin et al. 2020) 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Top-k-features: not ensure dense graphs (Entezari et al. 2020)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608"/>
    </mc:Choice>
    <mc:Fallback xmlns="">
      <p:transition spd="slow" advTm="3760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Lottery Ticket Hypothesis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100" y="3520750"/>
            <a:ext cx="4863425" cy="12978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/>
              <a:t>DNN:</a:t>
            </a:r>
            <a:endParaRPr dirty="0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CN" b="1" i="1" dirty="0"/>
              <a:t>Find a pruned small sub-network that performed on par with the original large-scale network.</a:t>
            </a:r>
            <a:endParaRPr b="1" i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CN" dirty="0"/>
              <a:t>GNN: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CN" dirty="0"/>
              <a:t>	</a:t>
            </a:r>
            <a:r>
              <a:rPr lang="zh-CN" b="1" i="1" dirty="0"/>
              <a:t>Treat entries of adjacency matrix as parameters. Prune this matrix simultaneously with graph neural networks.</a:t>
            </a:r>
            <a:endParaRPr b="1" i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 i="1" dirty="0"/>
          </a:p>
        </p:txBody>
      </p:sp>
      <p:sp>
        <p:nvSpPr>
          <p:cNvPr id="100" name="Google Shape;100;p19"/>
          <p:cNvSpPr txBox="1"/>
          <p:nvPr/>
        </p:nvSpPr>
        <p:spPr>
          <a:xfrm>
            <a:off x="3542700" y="4742375"/>
            <a:ext cx="27162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Chen et al. 2021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13"/>
    </mc:Choice>
    <mc:Fallback xmlns="">
      <p:transition spd="slow" advTm="5691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Graph Structure Learning with Lottery Ticket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375" y="1407400"/>
            <a:ext cx="7625251" cy="29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312"/>
    </mc:Choice>
    <mc:Fallback xmlns="">
      <p:transition spd="slow" advTm="10231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Graph Structure Learning with Lottery Ticket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565" y="1296975"/>
            <a:ext cx="4410874" cy="32086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D0E23611-A52F-7BB7-7DBD-A332785853AA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813760" y="2003760"/>
              <a:ext cx="2615760" cy="188424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D0E23611-A52F-7BB7-7DBD-A332785853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97920" y="1940400"/>
                <a:ext cx="2647080" cy="201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615"/>
    </mc:Choice>
    <mc:Fallback xmlns="">
      <p:transition spd="slow" advTm="1016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Sampling Methods </a:t>
            </a:r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Random Sampling</a:t>
            </a:r>
            <a:endParaRPr/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Sample randomly from neighbour nodes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Feature Sampling</a:t>
            </a:r>
            <a:endParaRPr/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Sample by thresholding similarity of node pairs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Lottery Sampling</a:t>
            </a:r>
            <a:endParaRPr/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Obtain attention matrix P by normalizing inner products of node pairs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1371600" lvl="1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Randomly sample r.  If  r in                                              ,  add j to neighbours of i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644" y="3048050"/>
            <a:ext cx="1301350" cy="3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4299" y="3495372"/>
            <a:ext cx="2186400" cy="3201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1D7EFB9-688F-8CFE-4EA9-4CF5E8D33F0C}"/>
                  </a:ext>
                </a:extLst>
              </p14:cNvPr>
              <p14:cNvContentPartPr/>
              <p14:nvPr/>
            </p14:nvContentPartPr>
            <p14:xfrm>
              <a:off x="4718520" y="107640"/>
              <a:ext cx="468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31D7EFB9-688F-8CFE-4EA9-4CF5E8D33F0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02680" y="44280"/>
                <a:ext cx="36000" cy="127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621"/>
    </mc:Choice>
    <mc:Fallback xmlns="">
      <p:transition spd="slow" advTm="3562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Time Complexity Analysis</a:t>
            </a:r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Complexity for pruning and masking: O(E)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Training GNN: O(E) Wu et al. 2020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Overall O(E)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Better than graph decomposition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Example 1: spectral decomposition O(N^3) &gt;&gt; O(E)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Example 2: decomposition by cuts O(N^2 log N) &gt;&gt; O(E)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104"/>
    </mc:Choice>
    <mc:Fallback xmlns="">
      <p:transition spd="slow" advTm="4010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Baselines </a:t>
            </a: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GAT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GCN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RGCN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GCN-Jaccard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GCN-SVD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Pro-GNN-fs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36"/>
    </mc:Choice>
    <mc:Fallback xmlns="">
      <p:transition spd="slow" advTm="923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Datasets</a:t>
            </a:r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Cora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Cora-ML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Citeseer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PubMed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Arxiv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65"/>
    </mc:Choice>
    <mc:Fallback xmlns="">
      <p:transition spd="slow" advTm="1266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Results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6137" y="1017725"/>
            <a:ext cx="6231726" cy="360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6500" y="4515600"/>
            <a:ext cx="4090999" cy="6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805"/>
    </mc:Choice>
    <mc:Fallback xmlns="">
      <p:transition spd="slow" advTm="3080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Results</a:t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113" y="2216848"/>
            <a:ext cx="5957775" cy="163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22"/>
    </mc:Choice>
    <mc:Fallback xmlns="">
      <p:transition spd="slow" advTm="1472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Ablation Study</a:t>
            </a:r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Sampling</a:t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938" y="2094925"/>
            <a:ext cx="7426126" cy="21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69"/>
    </mc:Choice>
    <mc:Fallback xmlns="">
      <p:transition spd="slow" advTm="1446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Ablation Study</a:t>
            </a:r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Prune sparsity</a:t>
            </a:r>
            <a:endParaRPr/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9550" y="1738712"/>
            <a:ext cx="4571995" cy="166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4775" y="3538050"/>
            <a:ext cx="4761551" cy="17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55"/>
    </mc:Choice>
    <mc:Fallback xmlns="">
      <p:transition spd="slow" advTm="10255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Future works</a:t>
            </a:r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Test with more recent advanced model (Dual Graph Lottery Ticket)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Kun et al. ICLR 2023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Test on more large-scale graph datasets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47"/>
    </mc:Choice>
    <mc:Fallback xmlns="">
      <p:transition spd="slow" advTm="2704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Resources</a:t>
            </a:r>
            <a:endParaRPr/>
          </a:p>
        </p:txBody>
      </p:sp>
      <p:sp>
        <p:nvSpPr>
          <p:cNvPr id="178" name="Google Shape;178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Code Repo:</a:t>
            </a:r>
            <a:r>
              <a:rPr lang="zh-CN" u="sng">
                <a:solidFill>
                  <a:schemeClr val="hlink"/>
                </a:solidFill>
                <a:hlinkClick r:id="rId3"/>
              </a:rPr>
              <a:t> https://github.com/jiaqingxie/GSL-LH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Paper: Proceedings of Machine Learning Research 222, 2023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84"/>
    </mc:Choice>
    <mc:Fallback xmlns="">
      <p:transition spd="slow" advTm="7784"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Microsoft Office PowerPoint</Application>
  <PresentationFormat>全屏显示(16:9)</PresentationFormat>
  <Paragraphs>95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1" baseType="lpstr">
      <vt:lpstr>Arial</vt:lpstr>
      <vt:lpstr>Simple Light</vt:lpstr>
      <vt:lpstr>Graph Structure Learning via Lottery Hypothesis at Scale</vt:lpstr>
      <vt:lpstr>Terminology Review </vt:lpstr>
      <vt:lpstr>Graph Neural Networks</vt:lpstr>
      <vt:lpstr>Graph Structure Learning</vt:lpstr>
      <vt:lpstr>Graph(NN) Attack</vt:lpstr>
      <vt:lpstr>Graph Defense</vt:lpstr>
      <vt:lpstr>Lottery Ticket Hypothesis</vt:lpstr>
      <vt:lpstr>Graph Structure Learning with Lottery Ticket</vt:lpstr>
      <vt:lpstr>Graph Structure Learning with Lottery Ticket</vt:lpstr>
      <vt:lpstr>Sampling Methods </vt:lpstr>
      <vt:lpstr>Time Complexity Analysis</vt:lpstr>
      <vt:lpstr>Baselines </vt:lpstr>
      <vt:lpstr>Datasets</vt:lpstr>
      <vt:lpstr>Results</vt:lpstr>
      <vt:lpstr>Results</vt:lpstr>
      <vt:lpstr>Ablation Study</vt:lpstr>
      <vt:lpstr>Ablation Study</vt:lpstr>
      <vt:lpstr>Future works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Structure Learning via Lottery Hypothesis at Scale</dc:title>
  <cp:lastModifiedBy>Xie  Jiaqing</cp:lastModifiedBy>
  <cp:revision>2</cp:revision>
  <dcterms:modified xsi:type="dcterms:W3CDTF">2023-11-30T14:56:24Z</dcterms:modified>
</cp:coreProperties>
</file>